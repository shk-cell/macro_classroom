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76" r:id="rId5"/>
    <p:sldId id="259" r:id="rId6"/>
    <p:sldId id="277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9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98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135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7863840" y="1097280"/>
            <a:ext cx="484632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· 코딩동아리 실전 기록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AI를 활용한 바이브코딩 시대,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교사의 역할과 교수학습설계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함께 만든 예매 사이트를 학생들이 직접 공략하고,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선생님은 AI에게 방어법을 물었던 공방전의 기록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2E6B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 COMPETITION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수업</a:t>
            </a: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들어가며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바이브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코딩을 활용했던 수업 사례 소개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238396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바이브코딩으로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사용할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사이트를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그 사이트의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선생임은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AI에게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알려달라고 해서 </a:t>
            </a:r>
            <a:r>
              <a:rPr lang="ko-KR" alt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핫픽스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41366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435907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학생은 또 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활용해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취약점을 찾아 재공략 — 반복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0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642245" y="4869180"/>
            <a:ext cx="2454870" cy="9144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42245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03920" y="237744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472538"/>
            <a:ext cx="541325" cy="541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86384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공략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73135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453" y="4598518"/>
            <a:ext cx="541325" cy="5413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9127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방어 자문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27648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1582" y="4598518"/>
            <a:ext cx="541325" cy="54132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3640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패치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7406640" y="1783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반복되는 공방의 사이클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lang="en-US" sz="9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7263F947-7172-B975-91DB-B21C715C4338}"/>
              </a:ext>
            </a:extLst>
          </p:cNvPr>
          <p:cNvSpPr/>
          <p:nvPr/>
        </p:nvSpPr>
        <p:spPr>
          <a:xfrm>
            <a:off x="640080" y="5105939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6D760C29-5C43-3FF1-3485-4B243535C734}"/>
              </a:ext>
            </a:extLst>
          </p:cNvPr>
          <p:cNvSpPr/>
          <p:nvPr/>
        </p:nvSpPr>
        <p:spPr>
          <a:xfrm>
            <a:off x="932688" y="5023643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선생님 사이의 </a:t>
            </a:r>
            <a:r>
              <a:rPr lang="en-US" altLang="ko-KR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공방전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초기에 기획했던 수업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7" y="2383966"/>
            <a:ext cx="7778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바이브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코딩을 이용해서 학생들이 자동화 프로그램 만들도록 하는 것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파이썬의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pyautogui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나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selenium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실습정도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에게 이런 수업을 할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꺼니까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적당한 사이트 만들어줘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31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좌석을 클릭하면 이름 입력창이 뜬다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입력하면 그 자리가 즉시 예매된다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가장 많이 예매했는지 리더보드로 실시간 경쟁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 만들어줘</a:t>
            </a:r>
            <a:r>
              <a:rPr lang="en-US" altLang="ko-KR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바이브코딩(AI) </a:t>
            </a:r>
            <a:r>
              <a:rPr lang="ko-KR" alt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딸깍으로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40080" y="57150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원래 과제는 "해킹"이 아니라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"자동화 프로그램 만들기"였다.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lang="en-US" sz="900" dirty="0"/>
          </a:p>
        </p:txBody>
      </p:sp>
      <p:sp>
        <p:nvSpPr>
          <p:cNvPr id="111" name="Shape 8">
            <a:extLst>
              <a:ext uri="{FF2B5EF4-FFF2-40B4-BE49-F238E27FC236}">
                <a16:creationId xmlns:a16="http://schemas.microsoft.com/office/drawing/2014/main" id="{6F51864B-0EF5-AF69-21BD-6BCEDF69B9E9}"/>
              </a:ext>
            </a:extLst>
          </p:cNvPr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2" name="Image 3" descr="preencoded.png">
            <a:extLst>
              <a:ext uri="{FF2B5EF4-FFF2-40B4-BE49-F238E27FC236}">
                <a16:creationId xmlns:a16="http://schemas.microsoft.com/office/drawing/2014/main" id="{2AFB3833-BAB4-5C35-2790-D7CB52BC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646275"/>
            <a:ext cx="311262" cy="311262"/>
          </a:xfrm>
          <a:prstGeom prst="rect">
            <a:avLst/>
          </a:prstGeom>
        </p:spPr>
      </p:pic>
      <p:sp>
        <p:nvSpPr>
          <p:cNvPr id="113" name="Text 9">
            <a:extLst>
              <a:ext uri="{FF2B5EF4-FFF2-40B4-BE49-F238E27FC236}">
                <a16:creationId xmlns:a16="http://schemas.microsoft.com/office/drawing/2014/main" id="{43363734-78EE-3D32-4327-8665D38FC824}"/>
              </a:ext>
            </a:extLst>
          </p:cNvPr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https://macro-classroom.shk-8b6.workers.dev/</a:t>
            </a:r>
            <a:endParaRPr lang="en-US" sz="145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수업 진행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미리 준비해 놓은 파이썬 자동화 프로그램을 학생들에게 공개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23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초반 풍경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처음엔 귀여운 실수들이었다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짧은 대기시간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입력할 시간도 없이 예매 실패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엉뚱한 곳 클릭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좌석이 아닌 곳을 눌러 계속 실패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 100개 동시 실행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여는 건 자동, 닫는 건 하루 종일 수동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이때는 귀여웠다. 근데 곧 안 귀여워졌다.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균열의 시작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슬슬 이상해지는 학생들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STOP을 눌러도 뚫린다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남의 좌석을 덮어쓴다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40" y="48646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뭐냐, 이거 어떻게 했냐? ”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1005840" y="5349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선생님 사이트 해킹했다~ 신난다~ ”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공방전, 3라운드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AI로 딸깍, 그런데 열려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개발자 도구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탭에 요청이 그대로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키·DB URL 노출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설정이 코드에 그대로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전면 개방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 읽고 쓸 수 있는 상태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직접 접근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Firebase에 곧장 기록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상대는 저와 똑같이 AI를 돌리는 중학생이라는 사실을 간과했다. ”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1차 방어 — 문을 두 개 달다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강화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43000" y="3867912"/>
            <a:ext cx="42213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수정해서 인증된 계정만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허용하세요.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중계서버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827368" y="3867912"/>
            <a:ext cx="42213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여부·중복 예매 여부를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점검한 뒤 DB에 요청하세요.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 야 니들 다시 해봐.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내가 다 막아놨다. 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566160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673145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36118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또 뚫림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의기양양했던 것도 잠시 — 방어에는 구조적인 허점이 있었다.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정문은 잠갔지만, 후문이 열려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775808" y="187452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18" y="1957730"/>
            <a:ext cx="473659" cy="4736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084168" y="2542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새 계정 생성 → idToken 발급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828800" y="3200400"/>
            <a:ext cx="3291840" cy="1691640"/>
          </a:xfrm>
          <a:prstGeom prst="roundRect">
            <a:avLst>
              <a:gd name="adj" fmla="val 4324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108960" y="3401568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8114" y="3490722"/>
            <a:ext cx="507492" cy="5074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정문 — Worker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1828800" y="44988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신규가입 없인 못 지나감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132320" y="3200400"/>
            <a:ext cx="3291840" cy="1691640"/>
          </a:xfrm>
          <a:prstGeom prst="roundRect">
            <a:avLst>
              <a:gd name="adj" fmla="val 4324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412480" y="3401568"/>
            <a:ext cx="685800" cy="68580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634" y="3490722"/>
            <a:ext cx="507492" cy="5074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13232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후문 — Firebase 직접 URL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7132320" y="44988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계정만 만들면 그대로 통과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95848" y="2971800"/>
            <a:ext cx="2682392" cy="182880"/>
          </a:xfrm>
          <a:prstGeom prst="line">
            <a:avLst/>
          </a:prstGeom>
          <a:noFill/>
          <a:ln w="22225">
            <a:solidFill>
              <a:srgbClr val="FF3B5C"/>
            </a:solidFill>
            <a:prstDash val="solid"/>
            <a:tailEnd type="triangle"/>
          </a:ln>
        </p:spPr>
      </p:sp>
      <p:sp>
        <p:nvSpPr>
          <p:cNvPr id="18" name="Text 13"/>
          <p:cNvSpPr/>
          <p:nvPr/>
        </p:nvSpPr>
        <p:spPr>
          <a:xfrm>
            <a:off x="6858000" y="5056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Worker는 한 줄도 거치지 않음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0080" y="5806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“인증된 계정만 허용” ≠ “직접 접근 차단”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2차 방어 — 경로를 하나로 좁히다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542032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Firebase 신규 가입을 완전 차단하고, DB 접근 경로를 Worker 하나로만 가능하게 하세요.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신규 회원가입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기존 비-admin 계정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Worker (admin 시크릿)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DB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승리한 줄 알았으나… 새로운 국면이 시작된다.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이제는 속도 싸움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974037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380" y="3245023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멀티스레드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누르자마자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/claim 을 동시다발 호출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57802" y="3840480"/>
            <a:ext cx="310896" cy="9144"/>
          </a:xfrm>
          <a:prstGeom prst="line">
            <a:avLst/>
          </a:prstGeom>
          <a:noFill/>
          <a:ln w="2540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414418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748376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718" y="3245023"/>
            <a:ext cx="514259" cy="51425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3018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빠른 학생 등장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43018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“내가 더 빠름” —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튜닝 경쟁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832141" y="3840480"/>
            <a:ext cx="310896" cy="9144"/>
          </a:xfrm>
          <a:prstGeom prst="line">
            <a:avLst/>
          </a:prstGeom>
          <a:noFill/>
          <a:ln w="2540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88757" y="2286000"/>
            <a:ext cx="3362858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9522714" y="3154680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3057" y="3245023"/>
            <a:ext cx="514259" cy="51425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7357" y="406908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콘솔 직행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417357" y="4572000"/>
            <a:ext cx="29056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구동 대기시간(pre-delay)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자체를 없애 가장 빠름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1학년은 정석대로 파이썬 자동화, 3학년은 이상한 기술로 공략하네… ”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3차 방어 — 속도 자체를 제한하다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Rate Limit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당 초당 100회로 요청을 제한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743200" y="356616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92608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Cloudflare KV로 IP당 초당 요청 횟수를 제한해버리세요.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막았다… 그런데 방어 자체가 무너졌다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2560320" y="25146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만에 Cloudflare KV 무료 플랜의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쓰기 한도를 전부 소진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계속 1000개씩 요청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일일 한도 소진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강제 제거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승리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나 : 내가 졌다. 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배운 것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되짚어보기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학생들이 스스로 발견한 여섯 가지 기술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분석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REST API 직접 호출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데이터 덮어쓰기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신규 계정 생성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멀티쓰레드 병렬 요청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콘솔 JS 실행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중에서 선생님이 알려준 것은 하나도 없다 — 전부 AI와의 대화에서 스스로 발견했다.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교육적 의미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공방전이 만든 자기효능감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749040" y="265176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3749040" y="416052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2240280" y="416052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240280" y="2651760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228600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378" y="2381098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697480" y="3035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막는다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379476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7138" y="3889858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4544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뚫는다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83280" y="53035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8378" y="5398618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97480" y="60533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성취감·의욕 ↑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874520" y="379476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9618" y="3889858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45445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방법 탐색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949440" y="2148840"/>
            <a:ext cx="4602175" cy="3566160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269480" y="2377440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어쭈, 이걸 이렇게 하네? 막아야지.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269480" y="2944368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막네? 응, 다른 방법.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269480" y="351129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아 또 뚫었네, 그럼 또 막아.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269480" y="4078224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막아? 응, 다른 방법.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269480" y="4782312"/>
            <a:ext cx="3962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실패해도 포기하지 않고, 스스로 해결책을 탐색했다.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원리는 몰라도, 직관은 있었다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뚫고 어떻게 예매했냐?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요청의 원리는 몰라도 “직접 접근된다”는 느낌은 정확했다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59298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천 개씩 한꺼번에 예매했냐?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원리는 몰라도 효과는 정확히 체감했다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8397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쟤보다 어떻게 더 빠르게 했냐?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파이썬으로 창 여는 것보다, 바로 여기서 자바스크립트로 하는 게 더 빨라요.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오버헤드를 직관적으로 간파하고 다른 방법을 탐색했다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777240" cy="7772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121" y="786841"/>
            <a:ext cx="575158" cy="5751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시대 교사의 역할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645920" y="11430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지식을 가르치는 것에서,</a:t>
            </a:r>
            <a:endParaRPr lang="en-US" sz="2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환경을 세팅하는 것으로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03" y="3043123"/>
            <a:ext cx="405994" cy="4059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9443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경험의 유무가 무의미해졌다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17320" y="33192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코딩을 몰라도 AI에게 물어가며 시스템 구조를 스스로 분석한다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" y="3957523"/>
            <a:ext cx="405994" cy="40599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8587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배경지식보다 동기의 차이가 결과를 가른다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417320" y="42336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“내가 해냈다”는 뿌듯함이 강력한 학습 동기로 이어진다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40080" y="48006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" y="4871923"/>
            <a:ext cx="405994" cy="40599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77316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스스로 문제를 찾고 풀게 하는 환경이 핵심이다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1417320" y="514807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교사는 정답을 주는 대신, 탐색이 가능한 무대를 설계한다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1004</Words>
  <Application>Microsoft Office PowerPoint</Application>
  <PresentationFormat>와이드스크린</PresentationFormat>
  <Paragraphs>223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맑은 고딕</vt:lpstr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school</cp:lastModifiedBy>
  <cp:revision>11</cp:revision>
  <dcterms:created xsi:type="dcterms:W3CDTF">2026-08-21T18:13:14Z</dcterms:created>
  <dcterms:modified xsi:type="dcterms:W3CDTF">2026-08-22T04:59:14Z</dcterms:modified>
</cp:coreProperties>
</file>